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6906D0-F65B-F1C5-1BCE-545B5F802271}" v="2" dt="2025-12-22T00:53:3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4cef783b45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4cef783b45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4cef783b45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4cef783b45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4cef783b45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4cef783b45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cef783b45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cef783b45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1631000" y="445025"/>
            <a:ext cx="720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latin typeface="Times New Roman"/>
                <a:ea typeface="Times New Roman"/>
                <a:cs typeface="Times New Roman"/>
                <a:sym typeface="Times New Roman"/>
              </a:rPr>
              <a:t>Engineers Without Borders Rainworks Project</a:t>
            </a:r>
            <a:endParaRPr sz="24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1631000" y="828589"/>
            <a:ext cx="72012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GOAL: Improve stormwater management on flood prone areas by collecting groundwater data which will help formulate future bio-sustainability proposals and projects on the Vanderbilt Campus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endParaRPr sz="1125" dirty="0"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999" y="136424"/>
            <a:ext cx="1440200" cy="142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rainworks box (FULL ASSEMBLY).PNG"/>
          <p:cNvPicPr preferRelativeResize="0"/>
          <p:nvPr/>
        </p:nvPicPr>
        <p:blipFill rotWithShape="1">
          <a:blip r:embed="rId4">
            <a:alphaModFix/>
          </a:blip>
          <a:srcRect l="32910" t="9081" r="27461" b="9399"/>
          <a:stretch/>
        </p:blipFill>
        <p:spPr>
          <a:xfrm>
            <a:off x="681150" y="1785475"/>
            <a:ext cx="2934000" cy="326382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4738475" y="1893175"/>
            <a:ext cx="3385800" cy="28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- 8.8” x 8.2” x 8.2” exterior dimensions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- 3D printed and made water resistant with Silicone loctite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Internal battery powered sensor system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Base of mesh cap is placed flush with the ground to allow groundwater flow into the inlet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58100" y="1785475"/>
            <a:ext cx="1272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Electronics box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3402600" y="1893163"/>
            <a:ext cx="1272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Water inlet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133000" y="4589650"/>
            <a:ext cx="112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Water outlet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2" name="Google Shape;62;p13"/>
          <p:cNvCxnSpPr>
            <a:stCxn id="59" idx="2"/>
          </p:cNvCxnSpPr>
          <p:nvPr/>
        </p:nvCxnSpPr>
        <p:spPr>
          <a:xfrm>
            <a:off x="994550" y="2401075"/>
            <a:ext cx="493200" cy="50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" name="Google Shape;63;p13"/>
          <p:cNvCxnSpPr>
            <a:stCxn id="61" idx="3"/>
          </p:cNvCxnSpPr>
          <p:nvPr/>
        </p:nvCxnSpPr>
        <p:spPr>
          <a:xfrm>
            <a:off x="1256200" y="4789750"/>
            <a:ext cx="38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" name="Google Shape;64;p13"/>
          <p:cNvCxnSpPr/>
          <p:nvPr/>
        </p:nvCxnSpPr>
        <p:spPr>
          <a:xfrm rot="10800000">
            <a:off x="3081000" y="2093275"/>
            <a:ext cx="321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999" y="136424"/>
            <a:ext cx="1440200" cy="142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4748" y="858275"/>
            <a:ext cx="5202002" cy="398042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278950" y="1483500"/>
            <a:ext cx="3385800" cy="3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the moment only one box will be placed in the ground.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Possible locations: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AutoNum type="arabicPeriod"/>
            </a:pPr>
            <a:r>
              <a:rPr lang="e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Outside admissions building 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AutoNum type="arabicPeriod"/>
            </a:pPr>
            <a:r>
              <a:rPr lang="e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Bottom of  Peabody Esplanade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AutoNum type="arabicPeriod"/>
            </a:pPr>
            <a:r>
              <a:rPr lang="e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Highland Chaffin Area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Digging will only take up a maximum of 1ftx1ft spaces within the grass, which could be supervised by maintenance.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2" name="Google Shape;72;p14"/>
          <p:cNvCxnSpPr/>
          <p:nvPr/>
        </p:nvCxnSpPr>
        <p:spPr>
          <a:xfrm flipH="1">
            <a:off x="7408925" y="2255650"/>
            <a:ext cx="971400" cy="9204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" name="Google Shape;73;p14"/>
          <p:cNvCxnSpPr/>
          <p:nvPr/>
        </p:nvCxnSpPr>
        <p:spPr>
          <a:xfrm>
            <a:off x="5341025" y="1252100"/>
            <a:ext cx="710700" cy="295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74;p14"/>
          <p:cNvCxnSpPr/>
          <p:nvPr/>
        </p:nvCxnSpPr>
        <p:spPr>
          <a:xfrm flipH="1">
            <a:off x="5852725" y="3525775"/>
            <a:ext cx="493200" cy="1500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1631000" y="445025"/>
            <a:ext cx="720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latin typeface="Times New Roman"/>
                <a:ea typeface="Times New Roman"/>
                <a:cs typeface="Times New Roman"/>
                <a:sym typeface="Times New Roman"/>
              </a:rPr>
              <a:t>Locations</a:t>
            </a:r>
            <a:endParaRPr sz="24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5078825" y="925800"/>
            <a:ext cx="33840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3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8252875" y="1836850"/>
            <a:ext cx="33840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3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6345925" y="3176050"/>
            <a:ext cx="33840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3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body" idx="1"/>
          </p:nvPr>
        </p:nvSpPr>
        <p:spPr>
          <a:xfrm>
            <a:off x="311700" y="1611250"/>
            <a:ext cx="8520600" cy="29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Box installed on April 20, 2025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Box removed by May 6, 2025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sign that describes the project and requests people to avoid the area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 will be on an A-frame placed next to the box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will be weekly routine check ups and maintenance by EWB members to ensure prototype functionality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4" name="Google Shape;8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999" y="136424"/>
            <a:ext cx="1440200" cy="14266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1631000" y="445025"/>
            <a:ext cx="720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latin typeface="Times New Roman"/>
                <a:ea typeface="Times New Roman"/>
                <a:cs typeface="Times New Roman"/>
                <a:sym typeface="Times New Roman"/>
              </a:rPr>
              <a:t>Timeline</a:t>
            </a:r>
            <a:endParaRPr sz="24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999" y="136424"/>
            <a:ext cx="1440200" cy="14266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 txBox="1">
            <a:spLocks noGrp="1"/>
          </p:cNvSpPr>
          <p:nvPr>
            <p:ph type="title"/>
          </p:nvPr>
        </p:nvSpPr>
        <p:spPr>
          <a:xfrm>
            <a:off x="1631000" y="445025"/>
            <a:ext cx="720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latin typeface="Times New Roman"/>
                <a:ea typeface="Times New Roman"/>
                <a:cs typeface="Times New Roman"/>
                <a:sym typeface="Times New Roman"/>
              </a:rPr>
              <a:t>Signage</a:t>
            </a:r>
            <a:endParaRPr sz="24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2" name="Google Shape;92;p16" title="Rainworks Updated Sig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4686" y="1134525"/>
            <a:ext cx="5094630" cy="3820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</Words>
  <Application>Microsoft Office PowerPoint</Application>
  <PresentationFormat>On-screen Show (16:9)</PresentationFormat>
  <Paragraphs>26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Times New Roman</vt:lpstr>
      <vt:lpstr>Simple Dark</vt:lpstr>
      <vt:lpstr>Engineers Without Borders Rainworks Project</vt:lpstr>
      <vt:lpstr>Locations</vt:lpstr>
      <vt:lpstr>Timeline</vt:lpstr>
      <vt:lpstr>Signage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Iven Chen</cp:lastModifiedBy>
  <cp:revision>4</cp:revision>
  <dcterms:modified xsi:type="dcterms:W3CDTF">2026-01-18T17:04:54Z</dcterms:modified>
</cp:coreProperties>
</file>