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Average" panose="020B0604020202020204" charset="0"/>
      <p:regular r:id="rId9"/>
    </p:embeddedFont>
    <p:embeddedFont>
      <p:font typeface="Barlow Medium" panose="00000600000000000000" pitchFamily="2" charset="0"/>
      <p:regular r:id="rId10"/>
      <p:bold r:id="rId11"/>
      <p:italic r:id="rId12"/>
      <p:boldItalic r:id="rId13"/>
    </p:embeddedFont>
    <p:embeddedFont>
      <p:font typeface="Oswald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b9a106b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b9a106b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b9a106b1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b9a106b1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b9a106b1d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b9a106b1d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b9a106b1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b9a106b1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b9a106b1d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b9a106b1d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b9a106b1d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b9a106b1d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SECTION_HEAD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>
  <p:cSld name="TITLE_AND_BODY_1">
    <p:bg>
      <p:bgPr>
        <a:solidFill>
          <a:schemeClr val="accent4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3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4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5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6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7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8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9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3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4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15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6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7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8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9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20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21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2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ct val="42307"/>
              <a:buNone/>
            </a:pPr>
            <a:r>
              <a:rPr lang="en">
                <a:solidFill>
                  <a:schemeClr val="dk1"/>
                </a:solidFill>
              </a:rPr>
              <a:t>Engineers Without Borders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Welcome to Rainworks</a:t>
            </a:r>
            <a:endParaRPr sz="4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Rainworks Origin</a:t>
            </a:r>
            <a:endParaRPr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11700" y="1152475"/>
            <a:ext cx="3198600" cy="37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200"/>
              <a:buFont typeface="Average"/>
              <a:buChar char="●"/>
            </a:pPr>
            <a:r>
              <a:rPr lang="en" sz="22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Group started in Fall 2020</a:t>
            </a:r>
            <a:endParaRPr sz="22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200"/>
              <a:buFont typeface="Average"/>
              <a:buChar char="●"/>
            </a:pPr>
            <a:r>
              <a:rPr lang="en" sz="22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Competition hosted by Environmental Protection Agency (EPA)</a:t>
            </a:r>
            <a:endParaRPr sz="22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200"/>
              <a:buFont typeface="Average"/>
              <a:buChar char="●"/>
            </a:pPr>
            <a:r>
              <a:rPr lang="en" sz="22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Green infrastructure design challenge on college campuses</a:t>
            </a:r>
            <a:endParaRPr sz="22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200"/>
              <a:buFont typeface="Average"/>
              <a:buChar char="●"/>
            </a:pPr>
            <a:r>
              <a:rPr lang="en" sz="22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Original idea was green roof on SLC</a:t>
            </a:r>
            <a:endParaRPr sz="22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t="8029" r="45969"/>
          <a:stretch/>
        </p:blipFill>
        <p:spPr>
          <a:xfrm>
            <a:off x="3723047" y="1372350"/>
            <a:ext cx="5322778" cy="29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Current Design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A 3D printed, waterproof box has been buried in the ground on Alumni Lawn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There is an inlet and outlet that allows rainwater to flow through the two reservoirs in the box connected by tubing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Housed inside the box are 5 different sensors: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○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Turbidity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○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Flow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○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pH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○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Soil moisture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○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Conductivity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The data gathered by the sensors can be used to determine whether green infrastructure is necessary in a certain area and what types of plants to put in a rain garden  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Mechanical</a:t>
            </a:r>
            <a:endParaRPr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311700" y="1152475"/>
            <a:ext cx="4645500" cy="3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3D-printed box that holds all sensors and the electronics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Two reservoirs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○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One holds the pH sensor, conductivity, and turbidity sensors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○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Other holds the flow sensor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Flow sensor contains a potentiometer with a Pythagoras cup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Water enters the box through the mesh on the top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Water flows through both reservoirs before leaving out the bottom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1" name="Google Shape;101;p18" title="rainworks box (FULL ASSEMBLY).PNG"/>
          <p:cNvPicPr preferRelativeResize="0"/>
          <p:nvPr/>
        </p:nvPicPr>
        <p:blipFill rotWithShape="1">
          <a:blip r:embed="rId3">
            <a:alphaModFix/>
          </a:blip>
          <a:srcRect l="32910" t="9081" r="27461" b="9399"/>
          <a:stretch/>
        </p:blipFill>
        <p:spPr>
          <a:xfrm>
            <a:off x="5633499" y="1017725"/>
            <a:ext cx="2997348" cy="333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311700" y="1152475"/>
            <a:ext cx="4090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100"/>
              <a:buFont typeface="Average"/>
              <a:buChar char="●"/>
            </a:pPr>
            <a:r>
              <a:rPr lang="en" sz="21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Microcontroller reads value of each sensor periodically</a:t>
            </a:r>
            <a:endParaRPr sz="21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100"/>
              <a:buFont typeface="Average"/>
              <a:buChar char="●"/>
            </a:pPr>
            <a:r>
              <a:rPr lang="en" sz="21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Analog to Digital Converter (ADC) to convert sensor signals into signals that can be read by computer</a:t>
            </a:r>
            <a:endParaRPr sz="21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100"/>
              <a:buFont typeface="Average"/>
              <a:buChar char="●"/>
            </a:pPr>
            <a:r>
              <a:rPr lang="en" sz="21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Batteries power the microcontroller</a:t>
            </a:r>
            <a:endParaRPr sz="21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Electrical</a:t>
            </a:r>
            <a:endParaRPr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Computer Science/User Interface</a:t>
            </a:r>
            <a:endParaRPr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11700" y="1152475"/>
            <a:ext cx="3773400" cy="3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200"/>
              <a:buFont typeface="Average"/>
              <a:buChar char="●"/>
            </a:pPr>
            <a:r>
              <a:rPr lang="en" sz="22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Arduino code allows microcontroller to send data to Thingspeak</a:t>
            </a:r>
            <a:endParaRPr sz="22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200"/>
              <a:buFont typeface="Average"/>
              <a:buChar char="●"/>
            </a:pPr>
            <a:r>
              <a:rPr lang="en" sz="22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One channel that all the data go to</a:t>
            </a:r>
            <a:endParaRPr sz="22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200"/>
              <a:buFont typeface="Average"/>
              <a:buChar char="●"/>
            </a:pPr>
            <a:r>
              <a:rPr lang="en" sz="22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Each sensor has its own field</a:t>
            </a:r>
            <a:endParaRPr sz="22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2200"/>
              <a:buFont typeface="Average"/>
              <a:buChar char="●"/>
            </a:pPr>
            <a:r>
              <a:rPr lang="en" sz="22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Data is in real-time (sometimes up to 2 minutes to update)</a:t>
            </a:r>
            <a:endParaRPr sz="22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 r="11824"/>
          <a:stretch/>
        </p:blipFill>
        <p:spPr>
          <a:xfrm>
            <a:off x="4085100" y="1471400"/>
            <a:ext cx="4789400" cy="300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Dark</vt:lpstr>
      <vt:lpstr>PowerPoint Presentation</vt:lpstr>
      <vt:lpstr>PowerPoint Presentation</vt:lpstr>
      <vt:lpstr>Current Design</vt:lpstr>
      <vt:lpstr>Mechanical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2026-01-18T16:59:33Z</dcterms:modified>
</cp:coreProperties>
</file>